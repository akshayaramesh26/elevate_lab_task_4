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7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7DC8-F4E8-BCB4-B60E-C14E6F350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A0CF1-AC45-3C63-A924-50365A590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D1F32-4067-702A-921D-0BB6E6E8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C7D80-DF3C-27CB-5BEA-1F923DA9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FD920-CE3A-8796-4DBB-0C9A3508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56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BC7B-2B62-0369-B91B-838451D8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43FD5-50C3-D595-A4B3-104C24209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F2620-6898-2ED3-EC6E-A5A1770E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460ED-70EF-201D-A597-1D8C77C7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69CE4-F93B-7396-B9F4-BCD1AD6B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0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1A3D-34CC-C65D-0BE2-D9A814C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353B2-ED18-C147-61FD-280EB45CA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20541-5D67-0332-08B7-8312600D5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84978-82C2-5FE9-53EC-507C5F612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1F49C-684B-2A64-8288-0E236688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46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1BD5-9146-4EEE-F0F1-3B7C1423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29816-FA52-CBFB-CD7F-BD75B0398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30AA6-5F98-F7EB-045B-B96FC358A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F5355-CDE3-AAFB-F05E-12BA6215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07D38-EE67-1A1F-3DDA-A2CB692B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E5E25-FE2E-97B5-E35F-C738D0CE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48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5F82-E3ED-F6A8-EED9-A590C118E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F11D1-F54F-6571-FAEE-C86830DD5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D4B9D-7C1D-2689-34D0-66CCAF8AC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F6FB65-0E27-6082-3A52-E80D760CD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FB98B-A2C4-07DF-B582-557E16837D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E0500-D7C7-B4D3-883D-A8895DA8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384B9-968F-2360-A6D3-682A37A4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1A45C-84AD-37C2-53F1-B61B4634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48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FB40-29AB-63E4-DAD7-053ED3BB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E8975-C345-4515-2DBD-03BE5112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B2249-B4B3-7E8A-D936-1EE51E948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2EFEA-D040-EEC7-ED11-49599DF1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595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B1C6A-AB64-694A-4D85-450883D6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32C229-C9CC-A155-1500-C164BC3B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52775-7CCD-9D2B-57BD-1D422C9C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82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3558B-9D05-2A2E-5211-400755A8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BF843-51E8-6E9D-0B12-30FF1B553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288E2-308A-E37F-5214-2EC18FCC2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B4B15-A82C-9F0D-C230-398B097A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5ED7D-BC95-6E11-97C9-369973E53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B4A1E-1A0E-60A5-322E-F78DEBFA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233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07A0-7DD0-95FD-22FE-6525BB0AD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D2C78-07B5-A7E2-AF46-B0885D995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41A95-E2C2-2536-A8AE-38E6BDCBC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B9C9A-ED9A-1E83-C88E-0DBF75FF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A601F-C7E5-1104-767D-B49F0FCC8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72B97-56CE-3835-4547-61C14634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761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1CB4-9400-64EF-5B75-8A00F3BC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3BD8C-DB8B-0A2E-4C40-F4FA562C1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1684F-FF83-FB58-2DCD-E4090D9CD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9D394-E4EF-C978-A789-35D8D96C7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F8A17-683E-15E9-910D-C5D0DF186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46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9AB14-5BBC-A5BF-17D2-128F129CF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DFF7F-1908-1863-6C4E-30CC380C6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75F23-D797-F5F0-E126-BB7ECBD1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D11D0-2687-9409-478D-1D8B6003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E1985-EC68-1371-B309-D7F820C8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87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20CCF2-C666-51B4-1E67-FB44CBEF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AFE7C-B182-C22C-E646-BB6CFC088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0A756-E7F4-1C84-CB4B-765A911B9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773F6-2B1A-4926-B0B7-88E3FECDA8AF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9C1D3-92C2-9D75-0255-D1543195D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8DEF4-B76A-0ABF-D15F-4B9BEE0A5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9741A-164F-4AAB-AA71-62C78E5F2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18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8B62-EB60-3726-78BB-CADF955A6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747273"/>
          </a:xfrm>
        </p:spPr>
        <p:txBody>
          <a:bodyPr>
            <a:normAutofit/>
          </a:bodyPr>
          <a:lstStyle/>
          <a:p>
            <a:r>
              <a:rPr lang="en-IN" sz="6600" b="1" dirty="0"/>
              <a:t>Smart Retail Sales &amp; Profit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5CEF4-DC17-61D9-A79D-F946DF2A5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4522"/>
            <a:ext cx="9144000" cy="553278"/>
          </a:xfrm>
        </p:spPr>
        <p:txBody>
          <a:bodyPr/>
          <a:lstStyle/>
          <a:p>
            <a:pPr algn="r"/>
            <a:r>
              <a:rPr lang="en-IN" b="1" dirty="0"/>
              <a:t>Presented by:</a:t>
            </a:r>
            <a:r>
              <a:rPr lang="en-IN" dirty="0"/>
              <a:t> R. Akshaya</a:t>
            </a:r>
          </a:p>
          <a:p>
            <a:pPr algn="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5BECA-BD5E-6AF9-9B16-67B85D4C679E}"/>
              </a:ext>
            </a:extLst>
          </p:cNvPr>
          <p:cNvSpPr txBox="1"/>
          <p:nvPr/>
        </p:nvSpPr>
        <p:spPr>
          <a:xfrm>
            <a:off x="8441635" y="61092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73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17674-7856-31D0-2CF7-0B072984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52DB6-7AFD-7C17-839E-198C3A95A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Developed an interactive </a:t>
            </a:r>
            <a:r>
              <a:rPr lang="en-IN" b="1" dirty="0"/>
              <a:t>Power BI dashboard</a:t>
            </a:r>
            <a:r>
              <a:rPr lang="en-IN" dirty="0"/>
              <a:t> to </a:t>
            </a:r>
            <a:r>
              <a:rPr lang="en-IN" dirty="0" err="1"/>
              <a:t>analyze</a:t>
            </a:r>
            <a:r>
              <a:rPr lang="en-IN" dirty="0"/>
              <a:t> retail sales and profitability. </a:t>
            </a:r>
          </a:p>
          <a:p>
            <a:pPr lvl="0"/>
            <a:r>
              <a:rPr lang="en-IN" dirty="0"/>
              <a:t>Transformed raw sales data into meaningful business insights. </a:t>
            </a:r>
          </a:p>
          <a:p>
            <a:pPr lvl="0"/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sales, profit, orders, customers, products, and regions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Created interactive visuals and filters for easy decision-making.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301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935E-F9D5-039C-5B03-A355296F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4AE8B-20B4-D581-7A4C-BDB840C53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Track overall </a:t>
            </a:r>
            <a:r>
              <a:rPr lang="en-IN" b="1" dirty="0"/>
              <a:t>Sales and Profit performance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Identify </a:t>
            </a:r>
            <a:r>
              <a:rPr lang="en-IN" b="1" dirty="0"/>
              <a:t>top-performing products and categories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b="1" dirty="0"/>
              <a:t>regional and monthly sales trends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Understand customer purchasing patterns </a:t>
            </a:r>
          </a:p>
          <a:p>
            <a:pPr lvl="0"/>
            <a:r>
              <a:rPr lang="en-IN" dirty="0"/>
              <a:t>Identify areas with </a:t>
            </a:r>
            <a:r>
              <a:rPr lang="en-IN" b="1" dirty="0"/>
              <a:t>low profitability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Support data-driven business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349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DAE1-EED3-673E-4FBD-042AA8DD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4F46D-958E-9158-0E1E-CEFE4A3EB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Steps performed:</a:t>
            </a:r>
            <a:endParaRPr lang="en-IN" dirty="0"/>
          </a:p>
          <a:p>
            <a:pPr lvl="0"/>
            <a:r>
              <a:rPr lang="en-IN" dirty="0"/>
              <a:t>Imported raw retail dataset into Power BI </a:t>
            </a:r>
          </a:p>
          <a:p>
            <a:pPr lvl="0"/>
            <a:r>
              <a:rPr lang="en-IN" dirty="0"/>
              <a:t>Cleaned and transformed the data using </a:t>
            </a:r>
            <a:r>
              <a:rPr lang="en-IN" b="1" dirty="0"/>
              <a:t>Power Query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Handled missing and inconsistent values </a:t>
            </a:r>
          </a:p>
          <a:p>
            <a:pPr lvl="0"/>
            <a:r>
              <a:rPr lang="en-IN" dirty="0"/>
              <a:t>Removed duplicates </a:t>
            </a:r>
          </a:p>
          <a:p>
            <a:pPr lvl="0"/>
            <a:r>
              <a:rPr lang="en-IN" dirty="0"/>
              <a:t>Created calculated columns and measures using </a:t>
            </a:r>
            <a:r>
              <a:rPr lang="en-IN" b="1" dirty="0"/>
              <a:t>DAX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Built relationships between relevant data fields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926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5AEC-30F2-3EA3-525F-954F6B99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85"/>
            <a:ext cx="10515600" cy="1325563"/>
          </a:xfrm>
        </p:spPr>
        <p:txBody>
          <a:bodyPr/>
          <a:lstStyle/>
          <a:p>
            <a:r>
              <a:rPr lang="en-IN" b="1" dirty="0"/>
              <a:t>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91976-B063-E10E-A7E4-F9E864EC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48502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Key KPIs:</a:t>
            </a:r>
            <a:endParaRPr lang="en-IN" dirty="0"/>
          </a:p>
          <a:p>
            <a:pPr lvl="0"/>
            <a:r>
              <a:rPr lang="en-IN" dirty="0"/>
              <a:t>💰 Total Sales </a:t>
            </a:r>
          </a:p>
          <a:p>
            <a:pPr lvl="0"/>
            <a:r>
              <a:rPr lang="en-IN" dirty="0"/>
              <a:t>📈 Total Profit </a:t>
            </a:r>
          </a:p>
          <a:p>
            <a:pPr lvl="0"/>
            <a:r>
              <a:rPr lang="en-IN" dirty="0"/>
              <a:t>🛒 Total Orders </a:t>
            </a:r>
          </a:p>
          <a:p>
            <a:pPr lvl="0"/>
            <a:r>
              <a:rPr lang="en-IN" dirty="0"/>
              <a:t>👥 Customers </a:t>
            </a:r>
          </a:p>
          <a:p>
            <a:pPr lvl="0"/>
            <a:r>
              <a:rPr lang="en-IN" dirty="0"/>
              <a:t>📦 Products </a:t>
            </a:r>
          </a:p>
          <a:p>
            <a:pPr marL="0" lvl="0" indent="0">
              <a:buNone/>
            </a:pPr>
            <a:r>
              <a:rPr lang="en-IN" b="1" dirty="0"/>
              <a:t>Interactive Analysis:</a:t>
            </a:r>
            <a:endParaRPr lang="en-IN" dirty="0"/>
          </a:p>
          <a:p>
            <a:pPr lvl="0"/>
            <a:r>
              <a:rPr lang="en-IN" dirty="0"/>
              <a:t>Sales &amp; Profit by Category </a:t>
            </a:r>
          </a:p>
          <a:p>
            <a:pPr lvl="0"/>
            <a:r>
              <a:rPr lang="en-IN" dirty="0"/>
              <a:t>Regional Performance </a:t>
            </a:r>
          </a:p>
          <a:p>
            <a:pPr lvl="0"/>
            <a:r>
              <a:rPr lang="en-IN" dirty="0"/>
              <a:t>Monthly Sales Trends </a:t>
            </a:r>
          </a:p>
          <a:p>
            <a:pPr lvl="0"/>
            <a:r>
              <a:rPr lang="en-IN" dirty="0"/>
              <a:t>Top Products </a:t>
            </a:r>
          </a:p>
          <a:p>
            <a:pPr lvl="0"/>
            <a:r>
              <a:rPr lang="en-IN" dirty="0"/>
              <a:t>Customer Segmentation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37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8563-153A-C755-EF86-6C1D045D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EFC07-D2E0-95E4-2C0E-2A6F44DEA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Identified the </a:t>
            </a:r>
            <a:r>
              <a:rPr lang="en-IN" b="1" dirty="0"/>
              <a:t>highest-performing product categories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Compared sales and profit across different regions. </a:t>
            </a:r>
          </a:p>
          <a:p>
            <a:pPr lvl="0"/>
            <a:r>
              <a:rPr lang="en-IN" dirty="0" err="1"/>
              <a:t>Analyzed</a:t>
            </a:r>
            <a:r>
              <a:rPr lang="en-IN" dirty="0"/>
              <a:t> monthly trends to identify </a:t>
            </a:r>
            <a:r>
              <a:rPr lang="en-IN" b="1" dirty="0"/>
              <a:t>sales growth and fluctuations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Identified products contributing significantly to overall revenue. </a:t>
            </a:r>
          </a:p>
          <a:p>
            <a:pPr lvl="0"/>
            <a:r>
              <a:rPr lang="en-IN" dirty="0"/>
              <a:t>Highlighted areas where sales were high but profitability was comparatively 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99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4280-5F8B-985E-C4E8-B78D55BD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My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18C54-B281-B885-997F-BB6214386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Collected and prepared the dataset. </a:t>
            </a:r>
          </a:p>
          <a:p>
            <a:pPr lvl="0"/>
            <a:r>
              <a:rPr lang="en-IN" dirty="0"/>
              <a:t>Performed </a:t>
            </a:r>
            <a:r>
              <a:rPr lang="en-IN" b="1" dirty="0"/>
              <a:t>data cleaning and transformation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Designed the Power BI dashboard. </a:t>
            </a:r>
          </a:p>
          <a:p>
            <a:pPr lvl="0"/>
            <a:r>
              <a:rPr lang="en-IN" dirty="0"/>
              <a:t>Created </a:t>
            </a:r>
            <a:r>
              <a:rPr lang="en-IN" b="1" dirty="0"/>
              <a:t>DAX measures and calculated fields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Developed interactive charts, KPIs, and filters. </a:t>
            </a:r>
          </a:p>
          <a:p>
            <a:pPr lvl="0"/>
            <a:r>
              <a:rPr lang="en-IN" dirty="0" err="1"/>
              <a:t>Analyzed</a:t>
            </a:r>
            <a:r>
              <a:rPr lang="en-IN" dirty="0"/>
              <a:t> the results and converted them into actionable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80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9D5-5832-083A-9591-7D335627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1C707-7B9C-3E42-3D85-512DDFB12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 dashboard provides a centralized view of retail performance and helps businesses: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✅ Monitor sales and profit</a:t>
            </a:r>
            <a:br>
              <a:rPr lang="en-IN" dirty="0"/>
            </a:br>
            <a:r>
              <a:rPr lang="en-IN" dirty="0"/>
              <a:t>✅ Identify profitable products</a:t>
            </a:r>
            <a:br>
              <a:rPr lang="en-IN" dirty="0"/>
            </a:br>
            <a:r>
              <a:rPr lang="en-IN" dirty="0"/>
              <a:t>✅ Compare regional performance</a:t>
            </a:r>
            <a:br>
              <a:rPr lang="en-IN" dirty="0"/>
            </a:br>
            <a:r>
              <a:rPr lang="en-IN" dirty="0"/>
              <a:t>✅ Understand sales trends</a:t>
            </a:r>
            <a:br>
              <a:rPr lang="en-IN" dirty="0"/>
            </a:br>
            <a:r>
              <a:rPr lang="en-IN" dirty="0"/>
              <a:t>✅ Make faster, data-driven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136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5447-7D86-4C8A-46FF-F6FCF6A55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FD9C5-27A3-FA09-881A-6B1329252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Smart Retail Sales &amp; Profit Analytics Dashboard</a:t>
            </a:r>
            <a:r>
              <a:rPr lang="en-IN" dirty="0"/>
              <a:t> demonstrates how </a:t>
            </a:r>
            <a:r>
              <a:rPr lang="en-IN" b="1" dirty="0"/>
              <a:t>Power BI, Excel, Power Query, and DAX</a:t>
            </a:r>
            <a:r>
              <a:rPr lang="en-IN" dirty="0"/>
              <a:t> can transform raw retail data into an interactive business intelligence solution.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Result:</a:t>
            </a:r>
            <a:br>
              <a:rPr lang="en-IN" dirty="0"/>
            </a:br>
            <a:r>
              <a:rPr lang="en-IN" dirty="0"/>
              <a:t>A user-friendly dashboard that converts complex sales data into </a:t>
            </a:r>
            <a:r>
              <a:rPr lang="en-IN" b="1" dirty="0"/>
              <a:t>clear and actionable business insights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944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Smart Retail Sales &amp; Profit Analytics Dashboard</vt:lpstr>
      <vt:lpstr>Project Overview</vt:lpstr>
      <vt:lpstr>Objectives</vt:lpstr>
      <vt:lpstr>Data Preparation</vt:lpstr>
      <vt:lpstr>Dashboard Features</vt:lpstr>
      <vt:lpstr>Key Insights</vt:lpstr>
      <vt:lpstr>My Contribution</vt:lpstr>
      <vt:lpstr>Outcome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R</dc:creator>
  <cp:lastModifiedBy>Akshaya R</cp:lastModifiedBy>
  <cp:revision>1</cp:revision>
  <dcterms:created xsi:type="dcterms:W3CDTF">2026-09-03T14:52:07Z</dcterms:created>
  <dcterms:modified xsi:type="dcterms:W3CDTF">2026-09-03T14:52:07Z</dcterms:modified>
</cp:coreProperties>
</file>